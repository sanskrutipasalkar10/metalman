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14400"/>
            <a:ext cx="2011680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2004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PPAP AUTOMATION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4320" y="37307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DOCUMENT STRATEGY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4206240"/>
            <a:ext cx="3474720" cy="0"/>
          </a:xfrm>
          <a:prstGeom prst="line">
            <a:avLst/>
          </a:prstGeom>
          <a:noFill/>
          <a:ln w="6350">
            <a:solidFill>
              <a:srgbClr val="8DAFC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297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 ·  Automotive Spare Parts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846320" y="10972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a Manual Process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Strategic Advantage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846320" y="233172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reimagined the PPAP documentation lifecycle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Artificial Intelligence — reducing lead time,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eliminating rework, and delivering with confidence.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846320" y="3657600"/>
            <a:ext cx="210312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46320" y="3657600"/>
            <a:ext cx="210312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0" y="3749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937760" y="427939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Document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223760" y="3657600"/>
            <a:ext cx="210312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223760" y="3657600"/>
            <a:ext cx="210312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23760" y="3749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7315200" y="427939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Re-keying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Engineering Data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601200" y="3657600"/>
            <a:ext cx="210312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601200" y="3657600"/>
            <a:ext cx="210312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01200" y="3749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9692640" y="427939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PPAP Package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155680" y="65105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9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D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POINT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 Built for a Different Era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11338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55448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automotive supplier knows this story. PPAP documentation was designed when information lived in filing cabinets. Today, it still runs on manual effort — and the cost is real.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2423160"/>
            <a:ext cx="260604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2423160"/>
            <a:ext cx="73152" cy="2606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56032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312724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Lost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Submission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" y="374904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spending 3–5 days per PPAP cycle manually extracting data from CAD files and drawings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46120" y="2423160"/>
            <a:ext cx="260604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2423160"/>
            <a:ext cx="73152" cy="2606040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256032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29000" y="312724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Out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Sync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29000" y="374904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BOM, PFMEA and Control Plan built separately — inconsistencies discovered only at customer review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080760" y="2423160"/>
            <a:ext cx="260604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80760" y="2423160"/>
            <a:ext cx="73152" cy="2606040"/>
          </a:xfrm>
          <a:prstGeom prst="rect">
            <a:avLst/>
          </a:prstGeom>
          <a:solidFill>
            <a:srgbClr val="8B3A3A"/>
          </a:solidFill>
          <a:ln w="12700">
            <a:solidFill>
              <a:srgbClr val="8B3A3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56032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63640" y="312724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at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Revision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63640" y="374904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design change triggers a full manual rebuild of all PPAP documents from scratch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915400" y="2423160"/>
            <a:ext cx="260604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915400" y="2423160"/>
            <a:ext cx="73152" cy="260604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256032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98280" y="312724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098280" y="374904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senior engineers can produce accurate PPAP packages — creating single points of failure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8869680" y="1508760"/>
            <a:ext cx="3063240" cy="155448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9052560" y="16459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bottleneck was never the engineering — it was the paperwork around it."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9052560" y="2788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Industry Insight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155680" y="65105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D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RESPONSE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Rethought the Problem — Not Just the Tool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11338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57276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digitising the manual process, we redesigned it. The goal was to connect engineering inputs directly to PPAP outputs — with AI handling the interpretation in between.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2423160"/>
            <a:ext cx="36576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2423160"/>
            <a:ext cx="3657600" cy="822960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51460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248716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Front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" y="3337560"/>
            <a:ext cx="333756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and interprets unstructured engineering inputs — feasibility documents, specification PDFs — the same way a senior engineer would. The understanding happens before a single document is written.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97680" y="2423160"/>
            <a:ext cx="36576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97680" y="2423160"/>
            <a:ext cx="3657600" cy="82296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251460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66360" y="248716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Truth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480560" y="3337560"/>
            <a:ext cx="333756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PPAP documents — BOM, PFMEA, Control Plan, Tooling List — draw from a single extracted data set. Change the input once, and every document reflects it.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183880" y="2423160"/>
            <a:ext cx="36576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83880" y="2423160"/>
            <a:ext cx="3657600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251460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052560" y="248716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as a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Edge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366760" y="3337560"/>
            <a:ext cx="333756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previously took days now takes hours. Faster PPAP cycles mean faster customer approvals, faster production start, and a measurable commercial advantage over competitors.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1155680" y="65105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4747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D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ADDS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11338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 the Interpretation.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Engineers Do the Judgment.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920240"/>
            <a:ext cx="3657600" cy="4206240"/>
          </a:xfrm>
          <a:prstGeom prst="rect">
            <a:avLst/>
          </a:prstGeom>
          <a:solidFill>
            <a:srgbClr val="1E3A5F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920240"/>
            <a:ext cx="3657600" cy="54864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2996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04825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A READER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94360" y="265176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Unstructured Information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4360" y="3310128"/>
            <a:ext cx="3291840" cy="0"/>
          </a:xfrm>
          <a:prstGeom prst="line">
            <a:avLst/>
          </a:prstGeom>
          <a:noFill/>
          <a:ln w="6350">
            <a:solidFill>
              <a:srgbClr val="2E4A6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3429000"/>
            <a:ext cx="333756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files and specification documents don't come in neat tables. AI reads them the way a human expert would — identifying constraints, process requirements, and engineering decisions buried in free-form text.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97680" y="1920240"/>
            <a:ext cx="3657600" cy="4206240"/>
          </a:xfrm>
          <a:prstGeom prst="rect">
            <a:avLst/>
          </a:prstGeom>
          <a:solidFill>
            <a:srgbClr val="1E3A5F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97680" y="1920240"/>
            <a:ext cx="36576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29968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66360" y="204825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AN EXTRACTOR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480560" y="265176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Pulling Structure from Engineering Data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480560" y="3310128"/>
            <a:ext cx="3291840" cy="0"/>
          </a:xfrm>
          <a:prstGeom prst="line">
            <a:avLst/>
          </a:prstGeom>
          <a:noFill/>
          <a:ln w="6350">
            <a:solidFill>
              <a:srgbClr val="2E4A6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480560" y="3429000"/>
            <a:ext cx="333756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files and 2D drawings contain rich engineering data — dimensions, tolerances, part hierarchies, material specs. AI extracts this information accurately and consistently, eliminating manual transcription.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183880" y="1920240"/>
            <a:ext cx="3657600" cy="4206240"/>
          </a:xfrm>
          <a:prstGeom prst="rect">
            <a:avLst/>
          </a:prstGeom>
          <a:solidFill>
            <a:srgbClr val="1E3A5F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183880" y="1920240"/>
            <a:ext cx="3657600" cy="54864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029968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052560" y="204825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A STRUCTURER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366760" y="265176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Organising Data into PPAP-Ready Format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8366760" y="3310128"/>
            <a:ext cx="3291840" cy="0"/>
          </a:xfrm>
          <a:prstGeom prst="line">
            <a:avLst/>
          </a:prstGeom>
          <a:noFill/>
          <a:ln w="6350">
            <a:solidFill>
              <a:srgbClr val="2E4A6A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366760" y="3429000"/>
            <a:ext cx="333756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extracted, AI organises and maps every data point into the correct fields across all PPAP documents — ensuring logical consistency between BOM, PFMEA, Control Plan and Tooling List.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11480" y="641908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D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AI accelerates and structures. Every PPAP submission is reviewed and approved by your engineering team before delivery.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155680" y="65105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D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Engineering Files to Complete PPAP Package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11338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572768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repeatable pipeline connects your engineering inputs to your customer deliverables — with no manual re-keying at any stage.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2212848"/>
            <a:ext cx="2103120" cy="3474720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230428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230428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30175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822192"/>
            <a:ext cx="164592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913632"/>
            <a:ext cx="19202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Files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Drawings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Docs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14600" y="329184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743200" y="2212848"/>
            <a:ext cx="2103120" cy="347472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0" y="230428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743200" y="230428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834640" y="30175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Reading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Extraction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971800" y="3822192"/>
            <a:ext cx="164592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3913632"/>
            <a:ext cx="19202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Tolerances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Requirements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329184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074920" y="2212848"/>
            <a:ext cx="2103120" cy="3474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74920" y="230428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074920" y="230428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166360" y="30175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303520" y="3822192"/>
            <a:ext cx="164592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3913632"/>
            <a:ext cx="19202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PPAP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by Field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78040" y="329184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406640" y="2212848"/>
            <a:ext cx="2103120" cy="3474720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406640" y="230428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406640" y="230428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7498080" y="30175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635240" y="3822192"/>
            <a:ext cx="164592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3913632"/>
            <a:ext cx="19202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 ·  PFMEA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List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509760" y="329184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9738360" y="2212848"/>
            <a:ext cx="2103120" cy="34747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738360" y="230428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9738360" y="230428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9829800" y="30175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966960" y="3822192"/>
            <a:ext cx="164592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29800" y="3913632"/>
            <a:ext cx="19202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Sign-off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11480" y="5943600"/>
            <a:ext cx="11338560" cy="640080"/>
          </a:xfrm>
          <a:prstGeom prst="rect">
            <a:avLst/>
          </a:prstGeom>
          <a:solidFill>
            <a:srgbClr val="E8F1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1480" y="5943600"/>
            <a:ext cx="64008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601675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cycle — from receiving engineering files to delivering a complete PPAP package — now runs in hours, not days.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1155680" y="65105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D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Amplifies Your Engineers — It Does Not Replace Them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11338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572768"/>
            <a:ext cx="11338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design decision in this system was deciding what AI should never do.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2103120"/>
            <a:ext cx="53035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2103120"/>
            <a:ext cx="73152" cy="4114800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402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Handles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" y="2834640"/>
            <a:ext cx="201168" cy="201168"/>
          </a:xfrm>
          <a:prstGeom prst="ellipse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278892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interpreting engineering documents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3337560"/>
            <a:ext cx="201168" cy="201168"/>
          </a:xfrm>
          <a:prstGeom prst="ellipse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329184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dimensions, tolerances and material data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" y="3840480"/>
            <a:ext cx="201168" cy="201168"/>
          </a:xfrm>
          <a:prstGeom prst="ellipse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379476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information across all PPAP document types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4343400"/>
            <a:ext cx="201168" cy="201168"/>
          </a:xfrm>
          <a:prstGeom prst="ellipse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429768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Flagging gaps or inconsistencies in the data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" y="4846320"/>
            <a:ext cx="201168" cy="201168"/>
          </a:xfrm>
          <a:prstGeom prst="ellipse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480060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Producing consistent, formatted document outputs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" y="5349240"/>
            <a:ext cx="201168" cy="201168"/>
          </a:xfrm>
          <a:prstGeom prst="ellipse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530352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repetitive revision cycles instantly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2103120"/>
            <a:ext cx="5440680" cy="4114800"/>
          </a:xfrm>
          <a:prstGeom prst="rect">
            <a:avLst/>
          </a:prstGeom>
          <a:solidFill>
            <a:srgbClr val="1B2B4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46520" y="224028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Engineers Decide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46520" y="2834640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278892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judgment on risk and feasibility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46520" y="3337560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329184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Customer-specific process decisions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46520" y="3840480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379476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and approval of every submission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46520" y="4343400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429768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Responding to customer technical queries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46520" y="4846320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480060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 and design changes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46520" y="5349240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530352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qualification and approval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11480" y="5989320"/>
            <a:ext cx="1124712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60807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Your engineers spend their time on engineering — not on document administration.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155680" y="65105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4747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D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OUTCOMES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Case, In Plain Numbers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2743200" cy="2148840"/>
          </a:xfrm>
          <a:prstGeom prst="rect">
            <a:avLst/>
          </a:prstGeom>
          <a:solidFill>
            <a:srgbClr val="1E3A5F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08760"/>
            <a:ext cx="27432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0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Days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Hours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28346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D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D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Time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1508760"/>
            <a:ext cx="2743200" cy="2148840"/>
          </a:xfrm>
          <a:prstGeom prst="rect">
            <a:avLst/>
          </a:prstGeom>
          <a:solidFill>
            <a:srgbClr val="1E3A5F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508760"/>
            <a:ext cx="27432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6276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429000" y="21488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28346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D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Engineering Hours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D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on PPAP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63640" y="1508760"/>
            <a:ext cx="2743200" cy="2148840"/>
          </a:xfrm>
          <a:prstGeom prst="rect">
            <a:avLst/>
          </a:prstGeom>
          <a:solidFill>
            <a:srgbClr val="1E3A5F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1508760"/>
            <a:ext cx="27432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6276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55080" y="21488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Re-keying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28346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D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 Errors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D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89720" y="1508760"/>
            <a:ext cx="2743200" cy="2148840"/>
          </a:xfrm>
          <a:prstGeom prst="rect">
            <a:avLst/>
          </a:prstGeom>
          <a:solidFill>
            <a:srgbClr val="1E3A5F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89720" y="1508760"/>
            <a:ext cx="27432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81160" y="16276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Docs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281160" y="21488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Cycle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281160" y="28346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D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in a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D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Automated Run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3931920"/>
            <a:ext cx="3657600" cy="2331720"/>
          </a:xfrm>
          <a:prstGeom prst="rect">
            <a:avLst/>
          </a:prstGeom>
          <a:solidFill>
            <a:srgbClr val="172D4A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4041648"/>
            <a:ext cx="457200" cy="4572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188720" y="40416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Customer Approvals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12648" y="4617720"/>
            <a:ext cx="3291840" cy="0"/>
          </a:xfrm>
          <a:prstGeom prst="line">
            <a:avLst/>
          </a:prstGeom>
          <a:noFill/>
          <a:ln w="6350">
            <a:solidFill>
              <a:srgbClr val="2E4A6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12648" y="4736592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PPAP lead times mean customers can approve parts and start production sooner — a direct commercial benefit.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297680" y="3931920"/>
            <a:ext cx="3657600" cy="2331720"/>
          </a:xfrm>
          <a:prstGeom prst="rect">
            <a:avLst/>
          </a:prstGeom>
          <a:solidFill>
            <a:srgbClr val="172D4A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4041648"/>
            <a:ext cx="457200" cy="45720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074920" y="40416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at All Times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4498848" y="4617720"/>
            <a:ext cx="3291840" cy="0"/>
          </a:xfrm>
          <a:prstGeom prst="line">
            <a:avLst/>
          </a:prstGeom>
          <a:noFill/>
          <a:ln w="6350">
            <a:solidFill>
              <a:srgbClr val="2E4A6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498848" y="4736592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 generated follows a consistent structure. No last-minute scrambles before a customer quality audit.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8183880" y="3931920"/>
            <a:ext cx="3657600" cy="2331720"/>
          </a:xfrm>
          <a:prstGeom prst="rect">
            <a:avLst/>
          </a:prstGeom>
          <a:solidFill>
            <a:srgbClr val="172D4A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4041648"/>
            <a:ext cx="457200" cy="45720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8961120" y="40416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Differentiation</a:t>
            </a:r>
            <a:endParaRPr lang="en-US" sz="1200" dirty="0"/>
          </a:p>
        </p:txBody>
      </p:sp>
      <p:sp>
        <p:nvSpPr>
          <p:cNvPr id="39" name="Shape 34"/>
          <p:cNvSpPr/>
          <p:nvPr/>
        </p:nvSpPr>
        <p:spPr>
          <a:xfrm>
            <a:off x="8385048" y="4617720"/>
            <a:ext cx="3291840" cy="0"/>
          </a:xfrm>
          <a:prstGeom prst="line">
            <a:avLst/>
          </a:prstGeom>
          <a:noFill/>
          <a:ln w="6350">
            <a:solidFill>
              <a:srgbClr val="2E4A6A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8385048" y="4736592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suppliers can deliver complete PPAP packages in hours. This capability is a genuine point of difference in commercial discussions.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11155680" y="65105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D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PPAP Package — Every Time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11338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572768"/>
            <a:ext cx="11338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automated submission includes the full set of PPAP documents, produced consistently and ready for customer review.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2194560"/>
            <a:ext cx="36576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2194560"/>
            <a:ext cx="73152" cy="1600200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23317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2648" y="26334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of Materials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" y="301752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part registry with materials, quantities, supplier codes and revision history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2194560"/>
            <a:ext cx="36576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2194560"/>
            <a:ext cx="73152" cy="160020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8848" y="23317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98848" y="26334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 Diagram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98848" y="301752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sequence from raw material to finished part — every operation, every step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83880" y="2194560"/>
            <a:ext cx="36576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83880" y="2194560"/>
            <a:ext cx="73152" cy="1600200"/>
          </a:xfrm>
          <a:prstGeom prst="rect">
            <a:avLst/>
          </a:prstGeom>
          <a:solidFill>
            <a:srgbClr val="8B3A3A"/>
          </a:solidFill>
          <a:ln w="12700">
            <a:solidFill>
              <a:srgbClr val="8B3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85048" y="23317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PFMEA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85048" y="26334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FMEA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85048" y="301752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modes, severity ratings and detection controls for every process step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4023360"/>
            <a:ext cx="36576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4023360"/>
            <a:ext cx="73152" cy="16002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" y="41605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" y="44622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2648" y="484632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parameters, measurement methods, sample sizes and reaction plans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97680" y="4023360"/>
            <a:ext cx="36576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97680" y="4023360"/>
            <a:ext cx="73152" cy="160020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98848" y="41605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List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498848" y="44622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Registry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498848" y="484632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tool, fixture and gauge — with ID, specification, calibration status and ownership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183880" y="4023360"/>
            <a:ext cx="36576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183880" y="4023360"/>
            <a:ext cx="73152" cy="1600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85048" y="41605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85048" y="44622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Assessment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385048" y="484632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feasibility summary with capability evidence and formal sign-off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11480" y="6080760"/>
            <a:ext cx="11338560" cy="54864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documents delivered as structured Excel outputs — ready for submission, audit, or customer portal upload.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155680" y="65105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228600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65760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See</a:t>
            </a:r>
            <a:endParaRPr lang="en-US" sz="2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 Action?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4892040"/>
            <a:ext cx="3840480" cy="0"/>
          </a:xfrm>
          <a:prstGeom prst="line">
            <a:avLst/>
          </a:prstGeom>
          <a:noFill/>
          <a:ln w="6350">
            <a:solidFill>
              <a:srgbClr val="8DAFC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502920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your next PPAP cycle through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pipeline — we deliver the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package within 24 hours.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20640" y="59436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 Covered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120640" y="1097280"/>
            <a:ext cx="6675120" cy="0"/>
          </a:xfrm>
          <a:prstGeom prst="line">
            <a:avLst/>
          </a:prstGeom>
          <a:noFill/>
          <a:ln w="6350">
            <a:solidFill>
              <a:srgbClr val="8DAFC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20640" y="1325880"/>
            <a:ext cx="667512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243B5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41732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42432" y="1417320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cost of manual PPAP processes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120640" y="2075688"/>
            <a:ext cx="667512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243B5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167128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742432" y="2167128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adds strategic value — and where it doesn't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120640" y="2825496"/>
            <a:ext cx="667512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243B55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2916936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742432" y="2916936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that connects inputs to outputs with no re-keying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120640" y="3575304"/>
            <a:ext cx="667512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243B55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3666744"/>
            <a:ext cx="347472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742432" y="3666744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amplifies engineers, not replaces them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5120640" y="4325112"/>
            <a:ext cx="667512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243B55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4416552"/>
            <a:ext cx="347472" cy="34747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742432" y="4416552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outcomes: time, accuracy, and speed to approval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5120640" y="5074920"/>
            <a:ext cx="667512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243B55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5166360"/>
            <a:ext cx="347472" cy="34747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742432" y="5166360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15-document PPAP package, delivered automatically</a:t>
            </a:r>
            <a:endParaRPr lang="en-US" sz="1200" dirty="0"/>
          </a:p>
        </p:txBody>
      </p:sp>
      <p:sp>
        <p:nvSpPr>
          <p:cNvPr id="28" name="Shape 19"/>
          <p:cNvSpPr/>
          <p:nvPr/>
        </p:nvSpPr>
        <p:spPr>
          <a:xfrm>
            <a:off x="5120640" y="6053328"/>
            <a:ext cx="6675120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0"/>
          <p:cNvSpPr/>
          <p:nvPr/>
        </p:nvSpPr>
        <p:spPr>
          <a:xfrm>
            <a:off x="5120640" y="61264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us to schedule your pilot submission  →</a:t>
            </a:r>
            <a:endParaRPr lang="en-US" sz="1300" dirty="0"/>
          </a:p>
        </p:txBody>
      </p:sp>
      <p:sp>
        <p:nvSpPr>
          <p:cNvPr id="30" name="Text 21"/>
          <p:cNvSpPr/>
          <p:nvPr/>
        </p:nvSpPr>
        <p:spPr>
          <a:xfrm>
            <a:off x="11155680" y="65105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PPAP Automation — AI Strategy Case Study</dc:title>
  <dc:subject>PptxGenJS Presentation</dc:subject>
  <dc:creator>PptxGenJS</dc:creator>
  <cp:lastModifiedBy>PptxGenJS</cp:lastModifiedBy>
  <cp:revision>1</cp:revision>
  <dcterms:created xsi:type="dcterms:W3CDTF">2026-06-02T04:28:49Z</dcterms:created>
  <dcterms:modified xsi:type="dcterms:W3CDTF">2026-06-02T04:28:49Z</dcterms:modified>
</cp:coreProperties>
</file>